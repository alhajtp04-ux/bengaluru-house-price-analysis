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6" r:id="rId6"/>
    <p:sldId id="262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953116-B9B9-430E-AE29-73D41161ED52}" v="7" dt="2026-02-06T01:24:24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513BC-5FB0-4431-A62A-C30AD8CD022C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4E5FF-677C-4D29-B6F6-0847B406CC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99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6374502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BENGALURU HOUSE PRICE</a:t>
            </a:r>
            <a:endParaRPr lang="en-IN" dirty="0"/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rPr lang="en-IN" dirty="0"/>
              <a:t>                    ANALYSIS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Powered by ALHAJ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Project: Bengaluru House Price Analysis</a:t>
            </a:r>
          </a:p>
          <a:p>
            <a:r>
              <a:rPr lang="en-US" dirty="0"/>
              <a:t>Tool: Microsoft Excel</a:t>
            </a:r>
          </a:p>
          <a:p>
            <a:r>
              <a:rPr lang="en-US" dirty="0"/>
              <a:t>Aim: To study how house prices change by area and size</a:t>
            </a:r>
            <a:endParaRPr dirty="0"/>
          </a:p>
          <a:p>
            <a:r>
              <a:rPr dirty="0"/>
              <a:t>• Data collected from verified real estate listings.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468C"/>
                </a:solidFill>
              </a:defRPr>
            </a:pPr>
            <a:r>
              <a:t>Powered by ALHAJ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-1" y="1302590"/>
            <a:ext cx="9031857" cy="4823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House prices vary significantly across different locations in Bengaluru.</a:t>
            </a:r>
            <a:br>
              <a:rPr lang="en-US" dirty="0"/>
            </a:br>
            <a:r>
              <a:rPr lang="en-US" dirty="0"/>
              <a:t>• Property size and area type influence overall pricing.</a:t>
            </a:r>
            <a:br>
              <a:rPr lang="en-US" dirty="0"/>
            </a:br>
            <a:r>
              <a:rPr lang="en-US" dirty="0"/>
              <a:t>• Analysis helps identify key factors affecting property prices.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468C"/>
                </a:solidFill>
              </a:defRPr>
            </a:pPr>
            <a:r>
              <a:t>Powered by ALHAJ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7"/>
          </a:xfrm>
        </p:spPr>
        <p:txBody>
          <a:bodyPr/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664"/>
            <a:ext cx="8229600" cy="51254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Data Source: Verified real estate listings.</a:t>
            </a:r>
            <a:br>
              <a:rPr lang="en-US" dirty="0"/>
            </a:br>
            <a:r>
              <a:rPr lang="en-US" dirty="0"/>
              <a:t>• Total Records: 13,000+ rows.</a:t>
            </a:r>
            <a:br>
              <a:rPr lang="en-US" dirty="0"/>
            </a:br>
            <a:r>
              <a:rPr lang="en-US" dirty="0"/>
              <a:t>• Key Columns: Location, total </a:t>
            </a:r>
            <a:r>
              <a:rPr lang="en-US" dirty="0" err="1"/>
              <a:t>Sqft</a:t>
            </a:r>
            <a:r>
              <a:rPr lang="en-US" dirty="0"/>
              <a:t>, Bath, Balcony, Size, Price.</a:t>
            </a:r>
            <a:br>
              <a:rPr lang="en-US" dirty="0"/>
            </a:br>
            <a:r>
              <a:rPr lang="en-US" dirty="0"/>
              <a:t>• Added Columns: Price Category, Area Type.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dirty="0"/>
              <a:t> 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468C"/>
                </a:solidFill>
              </a:defRPr>
            </a:pPr>
            <a:r>
              <a:t>Powered by ALHAJ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5C392-DF9C-70AD-3B9C-0F317CCDA6E8}"/>
              </a:ext>
            </a:extLst>
          </p:cNvPr>
          <p:cNvSpPr txBox="1"/>
          <p:nvPr/>
        </p:nvSpPr>
        <p:spPr>
          <a:xfrm>
            <a:off x="0" y="1423358"/>
            <a:ext cx="902323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dirty="0"/>
          </a:p>
          <a:p>
            <a:r>
              <a:rPr lang="en-US" sz="3200" dirty="0"/>
              <a:t>• Collected housing data in Excel.</a:t>
            </a:r>
            <a:br>
              <a:rPr lang="en-US" sz="3200" dirty="0"/>
            </a:br>
            <a:r>
              <a:rPr lang="en-US" sz="3200" dirty="0"/>
              <a:t>• Checked for missing values (no null values found).</a:t>
            </a:r>
            <a:br>
              <a:rPr lang="en-US" sz="3200" dirty="0"/>
            </a:br>
            <a:r>
              <a:rPr lang="en-US" sz="3200" dirty="0"/>
              <a:t>• Added new columns using formulas.</a:t>
            </a:r>
          </a:p>
          <a:p>
            <a:r>
              <a:rPr lang="en-US" sz="2400" dirty="0"/>
              <a:t> </a:t>
            </a:r>
            <a:r>
              <a:rPr lang="en-US" sz="2400" b="1" dirty="0"/>
              <a:t>Area Type </a:t>
            </a:r>
            <a:r>
              <a:rPr lang="en-US" sz="2400" dirty="0"/>
              <a:t>=IF(B2&lt;1000,"Small",</a:t>
            </a:r>
          </a:p>
          <a:p>
            <a:r>
              <a:rPr lang="en-US" sz="2400" dirty="0"/>
              <a:t>   IF(B2&lt;=2000,"Medium","Large"))</a:t>
            </a:r>
          </a:p>
          <a:p>
            <a:endParaRPr lang="en-US" sz="2400" dirty="0"/>
          </a:p>
          <a:p>
            <a:r>
              <a:rPr lang="en-US" sz="2400" b="1" i="1" dirty="0"/>
              <a:t>Price Category  </a:t>
            </a:r>
            <a:r>
              <a:rPr lang="en-US" sz="2400" dirty="0"/>
              <a:t>=IF(G2&lt;500000,"Low",</a:t>
            </a:r>
          </a:p>
          <a:p>
            <a:r>
              <a:rPr lang="en-US" sz="2400" dirty="0"/>
              <a:t>   IF(G2&lt;1000000,"Medium",</a:t>
            </a:r>
          </a:p>
          <a:p>
            <a:r>
              <a:rPr lang="en-US" sz="2400" dirty="0"/>
              <a:t>   IF(G2&lt;2000000,"High","Luxury")))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EAD54-F604-96A8-CD8D-DF722D166E4A}"/>
              </a:ext>
            </a:extLst>
          </p:cNvPr>
          <p:cNvSpPr txBox="1"/>
          <p:nvPr/>
        </p:nvSpPr>
        <p:spPr>
          <a:xfrm>
            <a:off x="1777041" y="173330"/>
            <a:ext cx="61506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              Methodology  </a:t>
            </a:r>
          </a:p>
          <a:p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53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3304"/>
            <a:ext cx="7772400" cy="750426"/>
          </a:xfrm>
        </p:spPr>
        <p:txBody>
          <a:bodyPr/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rPr dirty="0"/>
              <a:t>Dashboard Visualization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F700B87-E8B3-5299-B2B5-5D910C800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468C"/>
                </a:solidFill>
              </a:defRPr>
            </a:pPr>
            <a:r>
              <a:t>Powered by ALHAJ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C4ADA3-48AC-1B85-B21A-3026B8C9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796"/>
            <a:ext cx="9144000" cy="5174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68C"/>
                </a:solidFill>
              </a:defRPr>
            </a:pPr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Bengaluru housing market shows significant variation in house prices based on location, area size, and property type. This analysis highlights key pricing patterns and supports smarter decision-making for home buyers and investors.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468C"/>
                </a:solidFill>
              </a:defRPr>
            </a:pPr>
            <a:r>
              <a:t>Powered by ALHAJ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F4E0-F380-D6BE-5F8A-7DA65667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1B820A08-49EB-7997-0816-22F3A89A4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09021"/>
            <a:ext cx="86081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shows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property 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play a major role in deciding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 prices in Bengaluru.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Pivot Tables and Charts helped to clean, analyze, and visualize the data easily.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understanding of Bengaluru’s real estate trends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helps in making better housing decisions.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this study shows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can simplify real-world problems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effectively.</a:t>
            </a:r>
          </a:p>
        </p:txBody>
      </p:sp>
    </p:spTree>
    <p:extLst>
      <p:ext uri="{BB962C8B-B14F-4D97-AF65-F5344CB8AC3E}">
        <p14:creationId xmlns:p14="http://schemas.microsoft.com/office/powerpoint/2010/main" val="1378460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328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Algerian</vt:lpstr>
      <vt:lpstr>Arial</vt:lpstr>
      <vt:lpstr>Calibri</vt:lpstr>
      <vt:lpstr>Office Theme</vt:lpstr>
      <vt:lpstr>PowerPoint Presentation</vt:lpstr>
      <vt:lpstr>Introduction</vt:lpstr>
      <vt:lpstr>Problem Statement</vt:lpstr>
      <vt:lpstr>Dataset Overview</vt:lpstr>
      <vt:lpstr>PowerPoint Presentation</vt:lpstr>
      <vt:lpstr>Dashboard Visualization</vt:lpstr>
      <vt:lpstr>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AJ JAHLA</cp:lastModifiedBy>
  <cp:revision>14</cp:revision>
  <dcterms:created xsi:type="dcterms:W3CDTF">2013-01-27T09:14:16Z</dcterms:created>
  <dcterms:modified xsi:type="dcterms:W3CDTF">2026-02-14T10:07:23Z</dcterms:modified>
  <cp:category/>
</cp:coreProperties>
</file>